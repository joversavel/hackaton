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49440" y="0"/>
            <a:ext cx="64008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Unified AI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C5D5E9"/>
                </a:solidFill>
              </a:rPr>
              <a:t>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Microsoft Teams × Jira × Confluence × Dynamics 365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AI Hackathon 2026  ·  Pollet Group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6459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🤖  Claude AI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4688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📋  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2918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📚  Confluence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👥  Azure 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937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💼  Dynamics 365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Sterima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Het Probleem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Waarom hebben we een AI-assistent nodig?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73152" cy="100584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F35"/>
                </a:solidFill>
              </a:rPr>
              <a:t>⏱️  15–30 min per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</a:rPr>
              <a:t>Support zoekt handmatig in Confluence naar bestaande oplossingen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788920"/>
            <a:ext cx="73152" cy="100584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80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F35"/>
                </a:solidFill>
              </a:rPr>
              <a:t>📋  Incomplete 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644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</a:rPr>
              <a:t>Developers missen context en richting bij Jira tickets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977639"/>
            <a:ext cx="73152" cy="100584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7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F35"/>
                </a:solidFill>
              </a:rPr>
              <a:t>🗂️  Versnipperde klantinfo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53127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</a:rPr>
              <a:t>Dynamics, e-mail en tickets geven nooit een volledig beeld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166360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166360"/>
            <a:ext cx="73152" cy="100584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257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F35"/>
                </a:solidFill>
              </a:rPr>
              <a:t>🧠  Kennisverliess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6418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</a:rPr>
              <a:t>Opgeloste problemen worden niet gedocumenteerd voor hergebruik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 Oplossing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Eén AI-interface voor alle systemen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De Unified AI Workspace Assistant verbindt Jira, Confluence, Dynamics 365 en Azure AD in één Teams-interface — aangedreven door Claude (Anthropic).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77440"/>
            <a:ext cx="28346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2377440"/>
            <a:ext cx="2834640" cy="4572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44144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🎯  Smart Assign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971800"/>
            <a:ext cx="2606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Analyseert historiek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Toewijzen met confidence %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Directe Teams-notificatie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2377440"/>
            <a:ext cx="28346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2377440"/>
            <a:ext cx="2834640" cy="4572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44144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🔍  Oplossingszoeker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971800"/>
            <a:ext cx="2606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Vergelijkt met historiek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Concrete aanpak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Succeswaarschijnlijkheid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77440"/>
            <a:ext cx="28346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377440"/>
            <a:ext cx="2834640" cy="4572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4144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Auto-Resolve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971800"/>
            <a:ext cx="2606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Analyseer + toewijzen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Oplossing + comment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Alles in één actie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2377440"/>
            <a:ext cx="28346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2377440"/>
            <a:ext cx="2834640" cy="4572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44144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📝  Kenniscapture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971800"/>
            <a:ext cx="2606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Oplossing → artikel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Auto-publish Confluence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4155"/>
                </a:solidFill>
              </a:rPr>
              <a:t>→  Kennis herbruikbaar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5 Live Demo Scenario's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De volledige demo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548640" cy="749808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68249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1554480"/>
            <a:ext cx="10881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184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F35"/>
                </a:solidFill>
              </a:rPr>
              <a:t>Jira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56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Bot toont open tickets en vlagt onbeheerde tickets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48640" cy="749808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6151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2487168"/>
            <a:ext cx="10881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55117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F35"/>
                </a:solidFill>
              </a:rPr>
              <a:t>Ticket + Smart Assign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950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Nieuw ticket → historiek → juiste persoon met confidence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0" cy="749808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5478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3419856"/>
            <a:ext cx="10881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8386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F35"/>
                </a:solidFill>
              </a:rPr>
              <a:t>Oplossingszoeker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822192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Claude vergelijkt met historiek → concrete aanpak + % succes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352544"/>
            <a:ext cx="548640" cy="7498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4480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" y="4352544"/>
            <a:ext cx="10881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41655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F35"/>
                </a:solidFill>
              </a:rPr>
              <a:t>Auto-Resolve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754880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Analyseer, toewijzen, oplossing + statusupdate in één stap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285232"/>
            <a:ext cx="548640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54132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5285232"/>
            <a:ext cx="10881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F35"/>
                </a:solidFill>
              </a:rPr>
              <a:t>Kenniscapture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687568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Oplossing → kennisartikel auto-gepubliceerd in Confluence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Smart Assign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Claude analyseert elk nieuw ticket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0292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5029200" cy="384048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📥  Input factoren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▸  Ticketinhoud, component &amp; fouttype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▸  Historiek: wie loste dit eerder op?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▸  Gemiddelde oplostijd per persoon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▸  Huidige werkdruk &amp; beschikbaarheid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32918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468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4406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08760"/>
            <a:ext cx="544068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📤  Output per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✓  Beste kandidaat met confidence %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✓  Alternatief indien 1e keuze niet beschikbaar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✓  Kant-en-klare oplossingsvoorstel als comment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✓  Directe Teams-notificatie aan de toegewezene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155"/>
                </a:solidFill>
              </a:rPr>
              <a:t>✓  Uitleg van de redenering (niet alleen het getal)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Technische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Bewezen enterprise technologieën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🤖  AI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Claude API — Anthropic
claude-sonnet-4-6 / claude-opus-4-7 + prompt caching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004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004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10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📋  Tickets &amp;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033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Atlassian MCP — Jira + Confluence (native read/write)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8006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48006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03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💬  Chat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Microsoft Teams Bot Framework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16002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6002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39" y="1709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🔐  Authenticatie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39" y="21031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Azure AD — bestaande infrastructuur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32004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59" y="32004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39" y="3310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💼  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39" y="37033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Dynamics 365 connector (of mock data tijdens demo)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59" y="4800600"/>
            <a:ext cx="576072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59" y="4800600"/>
            <a:ext cx="54864" cy="141732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39" y="49103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F35"/>
                </a:solidFill>
              </a:rPr>
              <a:t>🌐  Frontend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39" y="530352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Flask web app — light/dark mode, Pollet brand kit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5D5E9"/>
                </a:solidFill>
              </a:rPr>
              <a:t>Voor elke afdeling een direct voordeel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121889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3749039" cy="41148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6420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48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Snellere responstijden, minder handmatig zoeken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600200"/>
            <a:ext cx="3749039" cy="41148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19" y="166420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148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Volledige context + oplossingsvoorstel bij elk 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0020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600200"/>
            <a:ext cx="3749039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6420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CRM /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48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360° klantoverzicht in seconden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931920"/>
            <a:ext cx="3749039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9959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IT /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480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Native Azure AD + MCP integratie, geen extra infra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19" y="39959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19" y="4480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Minder silo's, kortere doorlooptijden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931920"/>
            <a:ext cx="3749039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931920"/>
            <a:ext cx="3749039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9592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Iedereen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4805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Kennis bewaard en herbruikbaar — geen kennisverliess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3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Klaar voor de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Unified AI Workspace Assistant —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→  5 live demo scenario's doorlopen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→  Smart Assign confidence % uitleg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→  Auto-Resolve in real-time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→  Kennisartikel gepubliceerd in Confluence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Pollet Group IT  ·  Sterima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